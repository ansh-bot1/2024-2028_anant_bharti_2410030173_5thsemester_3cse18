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Powered Data Analytics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Internship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Group Job Simulation via Forage  |  June 2026 – September 2026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718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DC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Anant Bharti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C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2410030173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C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Batch: 2024-2028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C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(Computer Science and Engineering)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DC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and Engineering, IILM University, Greater Noida, U.P.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Organization Profile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 Bharti | 2410030173 | IILM University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6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job simulation completed on the Forage platform with the Tata Group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data analytics powered by Generative AI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 real-world business problem: predicting delinquency and shaping a collections strategy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as part of the B.Tech (CSE) curriculum at IILM University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6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5544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Forage: global virtual work-experience platform offering free, self-paced job simulations with leading companies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Group: one of India's largest multinational conglomerates, investing heavily in data and AI-driven solutions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 issued by Forage on September 20, 2026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 Bharti | 2410030173 | IILM University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657600" cy="3474720"/>
          </a:xfrm>
          <a:prstGeom prst="roundRect">
            <a:avLst>
              <a:gd name="adj" fmla="val 2105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6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learn analytics and machine learning in theory, but rarely see the full workflow on a business problem: exploring raw data, predicting which customers may miss payments, and turning results into a collections strategy that non-technical stakeholders can act 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051560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6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155448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exploratory data analysis and risk profiling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predict customer delinquency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model outputs and link them to business drivers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findings through a business report and data storytelling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AI-driven collections strategy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Project &amp; Tools Used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 Bharti | 2410030173 | IILM University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6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workflow: data exploration, risk profiling, prediction, reporting, strategy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Virtual, simulation-based learning environment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deployment on any live client or production system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474720"/>
          </a:xfrm>
          <a:prstGeom prst="roundRect">
            <a:avLst>
              <a:gd name="adj" fmla="val 2105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6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55448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Pandas, NumPy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Matplotlib, Seaborn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Scikit-learn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assistants for analysis and strategy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Forage Virtual Work Experience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 Bharti | 2410030173 | IILM University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customer and account data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4630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4569B0"/>
          </a:solidFill>
          <a:ln w="12700">
            <a:solidFill>
              <a:srgbClr val="4569B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14630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2402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merge, transform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4630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2402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and risk profiling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4569B0"/>
          </a:solidFill>
          <a:ln w="12700">
            <a:solidFill>
              <a:srgbClr val="4569B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14630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2402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delinquency prediction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14630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14284B"/>
          </a:solidFill>
          <a:ln w="12700">
            <a:solidFill>
              <a:srgbClr val="1428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0" y="14630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2402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drivers of risk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14630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4569B0"/>
          </a:solidFill>
          <a:ln w="12700">
            <a:solidFill>
              <a:srgbClr val="4569B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0" y="146304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2402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collections plan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56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feeds the next, moving from raw data to a business-ready collections strategy.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Task-wise Approach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 Bharti | 2410030173 | IILM University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017520"/>
                <a:gridCol w="4480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4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Data Analysis &amp; Risk Profiling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Explored client data to find patterns and profile customer 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Predicting Delinquency with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AI-driven modelling to estimate which customers are likely to become delinquent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Report &amp; Data Storytelling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Turned findings into a clear report for collections strategy stakeholders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Collections Strategy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and implemented a strategy that applies the predictions to collections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9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Certificate of Completion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 Bharti | 2410030173 | IILM University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 business problem as a data-driven question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 and profile risk using Python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AI to predict delinquency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model results for business decisions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insights and recommend a collections strategy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 issued via Forage</a:t>
            </a:r>
            <a:endParaRPr lang="en-US" sz="1300" dirty="0"/>
          </a:p>
        </p:txBody>
      </p:sp>
      <p:pic>
        <p:nvPicPr>
          <p:cNvPr id="5" name="Image 0" descr="cert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1280160"/>
            <a:ext cx="4160520" cy="293908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2026-09-20T16:40:08Z</dcterms:created>
  <dcterms:modified xsi:type="dcterms:W3CDTF">2026-09-20T16:40:08Z</dcterms:modified>
</cp:coreProperties>
</file>